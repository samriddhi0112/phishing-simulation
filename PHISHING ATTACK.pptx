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nva Sans Bold" charset="1" panose="020B0803030501040103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38943" y="895350"/>
            <a:ext cx="8289561" cy="1193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PHISHING ATTACK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3892" y="3494510"/>
            <a:ext cx="9203071" cy="576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Presented by:</a:t>
            </a:r>
          </a:p>
          <a:p>
            <a:pPr algn="l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Rishabh Ahuja</a:t>
            </a:r>
          </a:p>
          <a:p>
            <a:pPr algn="l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Khyati Anand</a:t>
            </a:r>
          </a:p>
          <a:p>
            <a:pPr algn="l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Samriddhi Motiani</a:t>
            </a:r>
          </a:p>
          <a:p>
            <a:pPr algn="l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Param Rawal</a:t>
            </a:r>
          </a:p>
          <a:p>
            <a:pPr algn="l">
              <a:lnSpc>
                <a:spcPts val="5739"/>
              </a:lnSpc>
            </a:pPr>
          </a:p>
          <a:p>
            <a:pPr algn="l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Presented to:</a:t>
            </a:r>
          </a:p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Dr.Abhaydeep Seth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8388" y="1312240"/>
            <a:ext cx="8662552" cy="8216094"/>
          </a:xfrm>
          <a:custGeom>
            <a:avLst/>
            <a:gdLst/>
            <a:ahLst/>
            <a:cxnLst/>
            <a:rect r="r" b="b" t="t" l="l"/>
            <a:pathLst>
              <a:path h="8216094" w="8662552">
                <a:moveTo>
                  <a:pt x="0" y="0"/>
                </a:moveTo>
                <a:lnTo>
                  <a:pt x="8662552" y="0"/>
                </a:lnTo>
                <a:lnTo>
                  <a:pt x="8662552" y="8216094"/>
                </a:lnTo>
                <a:lnTo>
                  <a:pt x="0" y="8216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4950" t="-6618" r="-83550" b="-661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8388" y="72356"/>
            <a:ext cx="15495777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1:Sending profile from which phishing mails are sent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12637" y="1525271"/>
            <a:ext cx="8152104" cy="8329324"/>
          </a:xfrm>
          <a:custGeom>
            <a:avLst/>
            <a:gdLst/>
            <a:ahLst/>
            <a:cxnLst/>
            <a:rect r="r" b="b" t="t" l="l"/>
            <a:pathLst>
              <a:path h="8329324" w="8152104">
                <a:moveTo>
                  <a:pt x="0" y="0"/>
                </a:moveTo>
                <a:lnTo>
                  <a:pt x="8152104" y="0"/>
                </a:lnTo>
                <a:lnTo>
                  <a:pt x="8152104" y="8329324"/>
                </a:lnTo>
                <a:lnTo>
                  <a:pt x="0" y="8329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3722" y="182310"/>
            <a:ext cx="7042237" cy="69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2:Email SMTP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43722" y="1148494"/>
            <a:ext cx="8504528" cy="8968382"/>
          </a:xfrm>
          <a:custGeom>
            <a:avLst/>
            <a:gdLst/>
            <a:ahLst/>
            <a:cxnLst/>
            <a:rect r="r" b="b" t="t" l="l"/>
            <a:pathLst>
              <a:path h="8968382" w="8504528">
                <a:moveTo>
                  <a:pt x="0" y="0"/>
                </a:moveTo>
                <a:lnTo>
                  <a:pt x="8504527" y="0"/>
                </a:lnTo>
                <a:lnTo>
                  <a:pt x="8504527" y="8968383"/>
                </a:lnTo>
                <a:lnTo>
                  <a:pt x="0" y="8968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1345" t="-8173" r="-89633" b="-340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3722" y="1028700"/>
            <a:ext cx="7361522" cy="8367361"/>
          </a:xfrm>
          <a:custGeom>
            <a:avLst/>
            <a:gdLst/>
            <a:ahLst/>
            <a:cxnLst/>
            <a:rect r="r" b="b" t="t" l="l"/>
            <a:pathLst>
              <a:path h="8367361" w="7361522">
                <a:moveTo>
                  <a:pt x="0" y="0"/>
                </a:moveTo>
                <a:lnTo>
                  <a:pt x="7361521" y="0"/>
                </a:lnTo>
                <a:lnTo>
                  <a:pt x="7361521" y="8367361"/>
                </a:lnTo>
                <a:lnTo>
                  <a:pt x="0" y="83673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810" t="-3486" r="-1107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494980"/>
            <a:ext cx="8722916" cy="7901080"/>
          </a:xfrm>
          <a:custGeom>
            <a:avLst/>
            <a:gdLst/>
            <a:ahLst/>
            <a:cxnLst/>
            <a:rect r="r" b="b" t="t" l="l"/>
            <a:pathLst>
              <a:path h="7901080" w="8722916">
                <a:moveTo>
                  <a:pt x="0" y="0"/>
                </a:moveTo>
                <a:lnTo>
                  <a:pt x="8722916" y="0"/>
                </a:lnTo>
                <a:lnTo>
                  <a:pt x="8722916" y="7901081"/>
                </a:lnTo>
                <a:lnTo>
                  <a:pt x="0" y="7901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943" t="0" r="-494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3722" y="182310"/>
            <a:ext cx="7042237" cy="69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3: Alert mail to user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4818" y="1450009"/>
            <a:ext cx="8439182" cy="8260337"/>
          </a:xfrm>
          <a:custGeom>
            <a:avLst/>
            <a:gdLst/>
            <a:ahLst/>
            <a:cxnLst/>
            <a:rect r="r" b="b" t="t" l="l"/>
            <a:pathLst>
              <a:path h="8260337" w="8439182">
                <a:moveTo>
                  <a:pt x="0" y="0"/>
                </a:moveTo>
                <a:lnTo>
                  <a:pt x="8439182" y="0"/>
                </a:lnTo>
                <a:lnTo>
                  <a:pt x="8439182" y="8260337"/>
                </a:lnTo>
                <a:lnTo>
                  <a:pt x="0" y="8260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406" t="-5763" r="-5561" b="-743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3722" y="182310"/>
            <a:ext cx="7042237" cy="69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4:Group creation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8027" y="1364802"/>
            <a:ext cx="7353627" cy="7557396"/>
          </a:xfrm>
          <a:custGeom>
            <a:avLst/>
            <a:gdLst/>
            <a:ahLst/>
            <a:cxnLst/>
            <a:rect r="r" b="b" t="t" l="l"/>
            <a:pathLst>
              <a:path h="7557396" w="7353627">
                <a:moveTo>
                  <a:pt x="0" y="0"/>
                </a:moveTo>
                <a:lnTo>
                  <a:pt x="7353627" y="0"/>
                </a:lnTo>
                <a:lnTo>
                  <a:pt x="7353627" y="7557396"/>
                </a:lnTo>
                <a:lnTo>
                  <a:pt x="0" y="7557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330" t="-5502" r="-419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18952" y="2147272"/>
            <a:ext cx="8207946" cy="5332755"/>
          </a:xfrm>
          <a:custGeom>
            <a:avLst/>
            <a:gdLst/>
            <a:ahLst/>
            <a:cxnLst/>
            <a:rect r="r" b="b" t="t" l="l"/>
            <a:pathLst>
              <a:path h="5332755" w="8207946">
                <a:moveTo>
                  <a:pt x="0" y="0"/>
                </a:moveTo>
                <a:lnTo>
                  <a:pt x="8207946" y="0"/>
                </a:lnTo>
                <a:lnTo>
                  <a:pt x="8207946" y="5332756"/>
                </a:lnTo>
                <a:lnTo>
                  <a:pt x="0" y="5332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3722" y="182310"/>
            <a:ext cx="8600278" cy="69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5: Creating campaigns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576" y="1400985"/>
            <a:ext cx="17598439" cy="5631500"/>
          </a:xfrm>
          <a:custGeom>
            <a:avLst/>
            <a:gdLst/>
            <a:ahLst/>
            <a:cxnLst/>
            <a:rect r="r" b="b" t="t" l="l"/>
            <a:pathLst>
              <a:path h="5631500" w="17598439">
                <a:moveTo>
                  <a:pt x="0" y="0"/>
                </a:moveTo>
                <a:lnTo>
                  <a:pt x="17598438" y="0"/>
                </a:lnTo>
                <a:lnTo>
                  <a:pt x="17598438" y="5631500"/>
                </a:lnTo>
                <a:lnTo>
                  <a:pt x="0" y="563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3722" y="182310"/>
            <a:ext cx="13494134" cy="69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6: GoPhish dashboard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7172" y="1566054"/>
            <a:ext cx="17713657" cy="5934075"/>
          </a:xfrm>
          <a:custGeom>
            <a:avLst/>
            <a:gdLst/>
            <a:ahLst/>
            <a:cxnLst/>
            <a:rect r="r" b="b" t="t" l="l"/>
            <a:pathLst>
              <a:path h="5934075" w="17713657">
                <a:moveTo>
                  <a:pt x="0" y="0"/>
                </a:moveTo>
                <a:lnTo>
                  <a:pt x="17713656" y="0"/>
                </a:lnTo>
                <a:lnTo>
                  <a:pt x="17713656" y="5934075"/>
                </a:lnTo>
                <a:lnTo>
                  <a:pt x="0" y="593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5445" y="171099"/>
            <a:ext cx="9667876" cy="69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GoPhish dashboard after sending mail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084" y="1350550"/>
            <a:ext cx="10261971" cy="8162813"/>
          </a:xfrm>
          <a:custGeom>
            <a:avLst/>
            <a:gdLst/>
            <a:ahLst/>
            <a:cxnLst/>
            <a:rect r="r" b="b" t="t" l="l"/>
            <a:pathLst>
              <a:path h="8162813" w="10261971">
                <a:moveTo>
                  <a:pt x="0" y="0"/>
                </a:moveTo>
                <a:lnTo>
                  <a:pt x="10261971" y="0"/>
                </a:lnTo>
                <a:lnTo>
                  <a:pt x="10261971" y="8162813"/>
                </a:lnTo>
                <a:lnTo>
                  <a:pt x="0" y="8162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955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48644" y="1350550"/>
            <a:ext cx="6785406" cy="7266834"/>
          </a:xfrm>
          <a:custGeom>
            <a:avLst/>
            <a:gdLst/>
            <a:ahLst/>
            <a:cxnLst/>
            <a:rect r="r" b="b" t="t" l="l"/>
            <a:pathLst>
              <a:path h="7266834" w="6785406">
                <a:moveTo>
                  <a:pt x="0" y="0"/>
                </a:moveTo>
                <a:lnTo>
                  <a:pt x="6785406" y="0"/>
                </a:lnTo>
                <a:lnTo>
                  <a:pt x="6785406" y="7266834"/>
                </a:lnTo>
                <a:lnTo>
                  <a:pt x="0" y="7266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3722" y="182310"/>
            <a:ext cx="8600278" cy="69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7: Mail received by user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634" y="1028700"/>
            <a:ext cx="17925681" cy="5683558"/>
          </a:xfrm>
          <a:custGeom>
            <a:avLst/>
            <a:gdLst/>
            <a:ahLst/>
            <a:cxnLst/>
            <a:rect r="r" b="b" t="t" l="l"/>
            <a:pathLst>
              <a:path h="5683558" w="17925681">
                <a:moveTo>
                  <a:pt x="0" y="0"/>
                </a:moveTo>
                <a:lnTo>
                  <a:pt x="17925681" y="0"/>
                </a:lnTo>
                <a:lnTo>
                  <a:pt x="17925681" y="5683558"/>
                </a:lnTo>
                <a:lnTo>
                  <a:pt x="0" y="5683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205" r="0" b="-633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3722" y="182310"/>
            <a:ext cx="7042237" cy="69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8: Status of campaign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1827" y="1790213"/>
            <a:ext cx="10593557" cy="7865716"/>
          </a:xfrm>
          <a:custGeom>
            <a:avLst/>
            <a:gdLst/>
            <a:ahLst/>
            <a:cxnLst/>
            <a:rect r="r" b="b" t="t" l="l"/>
            <a:pathLst>
              <a:path h="7865716" w="10593557">
                <a:moveTo>
                  <a:pt x="0" y="0"/>
                </a:moveTo>
                <a:lnTo>
                  <a:pt x="10593557" y="0"/>
                </a:lnTo>
                <a:lnTo>
                  <a:pt x="10593557" y="7865716"/>
                </a:lnTo>
                <a:lnTo>
                  <a:pt x="0" y="7865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1312" y="332673"/>
            <a:ext cx="15598511" cy="69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Information received on dashboard after user submitted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DAHGVZb5jf8</dc:identifier>
  <dcterms:modified xsi:type="dcterms:W3CDTF">2011-08-01T06:04:30Z</dcterms:modified>
  <cp:revision>1</cp:revision>
  <dc:title>PHISHING ATTACK</dc:title>
</cp:coreProperties>
</file>